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675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254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38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31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060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15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24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84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147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825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4362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997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7574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914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417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898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5CE0F-75D9-4A8E-AFA1-0F6C99F43C1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521E106-E5FA-4B7F-A217-CEFE9FFD6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39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184F-D514-3E7B-2AB9-3FFE5B1DA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865" y="198131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Interactive Business Dashboard in Tableau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03B5F-8E60-2FF8-394C-37A45E957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39922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Visualizing Sales, Profit, and Growth KPIs</a:t>
            </a:r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                  Presented By</a:t>
            </a:r>
          </a:p>
          <a:p>
            <a:r>
              <a:rPr lang="en-US" dirty="0"/>
              <a:t>                                                                                                              Maheshwari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640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3BE53-6DC6-691A-073B-5654CC136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AD9A2-4943-467A-8332-7A290AC90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create an interactive dashboard using Tableau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 business stakeholders analyze key KPIs: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Sales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Profit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Growth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data-driven decision making through visualization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722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C5055-024D-0BA6-7EC8-4F832FE50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Dashboard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7B5B6-58EA-BDD2-A4C8-93AE721F1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Arial" panose="020B0604020202020204" pitchFamily="34" charset="0"/>
              </a:rPr>
              <a:t>Interactive </a:t>
            </a:r>
            <a:r>
              <a:rPr lang="en-US" b="1" dirty="0">
                <a:latin typeface="+mj-lt"/>
                <a:cs typeface="Arial" panose="020B0604020202020204" pitchFamily="34" charset="0"/>
              </a:rPr>
              <a:t>slicers/filters</a:t>
            </a:r>
            <a:r>
              <a:rPr lang="en-US" dirty="0">
                <a:latin typeface="+mj-lt"/>
                <a:cs typeface="Arial" panose="020B0604020202020204" pitchFamily="34" charset="0"/>
              </a:rPr>
              <a:t> for region, product, and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  <a:cs typeface="Arial" panose="020B0604020202020204" pitchFamily="34" charset="0"/>
              </a:rPr>
              <a:t>Time-series analysis</a:t>
            </a:r>
            <a:r>
              <a:rPr lang="en-US" dirty="0">
                <a:latin typeface="+mj-lt"/>
                <a:cs typeface="Arial" panose="020B0604020202020204" pitchFamily="34" charset="0"/>
              </a:rPr>
              <a:t> of sales and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  <a:cs typeface="Arial" panose="020B0604020202020204" pitchFamily="34" charset="0"/>
              </a:rPr>
              <a:t>KPI cards</a:t>
            </a:r>
            <a:r>
              <a:rPr lang="en-US" dirty="0">
                <a:latin typeface="+mj-lt"/>
                <a:cs typeface="Arial" panose="020B0604020202020204" pitchFamily="34" charset="0"/>
              </a:rPr>
              <a:t> for total Sales, Profit, and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Arial" panose="020B0604020202020204" pitchFamily="34" charset="0"/>
              </a:rPr>
              <a:t>Easy-to-read </a:t>
            </a:r>
            <a:r>
              <a:rPr lang="en-US" b="1" dirty="0">
                <a:latin typeface="+mj-lt"/>
                <a:cs typeface="Arial" panose="020B0604020202020204" pitchFamily="34" charset="0"/>
              </a:rPr>
              <a:t>charts and graphs</a:t>
            </a:r>
            <a:endParaRPr lang="en-US" dirty="0">
              <a:latin typeface="+mj-lt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Arial" panose="020B0604020202020204" pitchFamily="34" charset="0"/>
              </a:rPr>
              <a:t>Consistent and clean color theme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110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7098E-CEFC-FF27-9151-E0058A60A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Dataset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536F07-F41D-2C18-6270-3E6C5DFCA6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7419" y="1690688"/>
            <a:ext cx="1005594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Tableau Desktop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Superstore dataset / E-commerce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contains: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details (Date, Category, Sub-Category)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Sales, Profit, Quantity, Discount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Region, Segment, Customer info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82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37828-065D-0232-FF4B-93C0AED2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dirty="0"/>
              <a:t>Key Insights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F8EB66-5847-F1C1-21C9-D6201BC25C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82884"/>
            <a:ext cx="97413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sales in [insert region] but low profit in [insert another region]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categories have high revenue but low margins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 trends show seasonal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filters help drill down into customer segments</a:t>
            </a:r>
          </a:p>
        </p:txBody>
      </p:sp>
    </p:spTree>
    <p:extLst>
      <p:ext uri="{BB962C8B-B14F-4D97-AF65-F5344CB8AC3E}">
        <p14:creationId xmlns:p14="http://schemas.microsoft.com/office/powerpoint/2010/main" val="2586391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1BA40-D467-5BD7-5F50-432820CD5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46AA0B-4DC3-027B-927C-3B17A9874A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8495"/>
            <a:ext cx="899405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helps track and compare performance KPIs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quick business insights for stakeholders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improvements: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predictive charts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more KPIs (e.g., customer lifetime value)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 in a web-based app or portal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12230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199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Interactive Business Dashboard in Tableau</vt:lpstr>
      <vt:lpstr>Project Objective</vt:lpstr>
      <vt:lpstr>Dashboard Features</vt:lpstr>
      <vt:lpstr>Tools &amp; Dataset Used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Maheshwari Chippa</dc:creator>
  <cp:lastModifiedBy>Maheshwari Chippa</cp:lastModifiedBy>
  <cp:revision>1</cp:revision>
  <dcterms:created xsi:type="dcterms:W3CDTF">2025-04-14T11:47:43Z</dcterms:created>
  <dcterms:modified xsi:type="dcterms:W3CDTF">2025-04-14T11:48:27Z</dcterms:modified>
</cp:coreProperties>
</file>